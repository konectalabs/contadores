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Mira este mensaje. Así se ve el tipo de consulta que les empieza a llegar al WhatsApp a los contadores que trabajan con nosotros. No es un curioso, no es alguien preguntando cuánto cuesta hacer una declaración suelta — es un empresario con una pyme que necesita contador para sus obligaciones mensuales.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acabas de ver es un ejemplo real. Déjame contarte concretamente qué vas a recibir.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método está diseñado para que, durante el primer mes de empezar, recibas en promedio entre 5 y 10 consultas como esa, directo a tu WhatsApp. No todos van a cerrar como clientes — eso depende de cómo los atiendas — pero el flujo de empresarios interesados va a estar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es esta. Hoy, si te llega algo, probablemente sea así: curiosos, consulta chica, gente preguntando por recomendación. Con nuestro método, lo que entra es esto otro: empresarios que ya saben que necesitan contador y están evaluando estudios.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seguir, una pregunta clave: a quién le sirve esto?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método funciona bien si puedes responder los WhatsApp el mismo día y tienes capacidad de sumar pymes con pagos mensuales a tu cartera. Si estás solo y saturado, o tardas dos o tres días en responder, no te conviene — la mayoría se enfría y se va con otro estudio. Prefiero decírtelo ahora a que lo descubras gastando dinero.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Bien. Ahora, cómo lo hacemos?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dos piezas que trabajan juntas.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Primero, rediseñamos tu página web, o la creamos desde cero si todavía no tienes. No la hacemos linda por lindo — la hacemos para que cuando un empresario entre, piense 'aquí hay un estudio serio con el que se puede trabajar'. Y le aplicamos SEO para que aparezcas en Google cuando alguien busca contador para su empresa en tu ciudad. El botón principal de la web va directo a tu WhatsApp, sin formulario intermedio.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Segundo, te creamos 3 posts para tus redes sociales y convertimos 3 de ellos en campañas publicitarias en Meta e Instagram. Las ads son lo que más rápido te trae gente al WhatsApp. Las calibramos para que solo las vean los empresarios que quieres atraer — dueños de pymes en tu zona, no cualquier persona. La combinación de ads más web optimizada es lo que genera el grueso del flujo.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Llegamos al punto clave. Cuánto cuesta esto?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total es USD 300. Cien para empezar y doscientos cuando entregamos. Para ponerlo en perspectiva: un solo cliente empresa con pagos mensuales recurrentes, de los que te vamos a empezar a traer, te devuelve toda la inversión en sus primeras una o dos facturas. Por eso los números te cierran incluso si de los 5 a 10 prospectos del primer mes terminas cerrando uno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todo hasta aquí te cierra, la siguiente pregunta lógica es: cómo empezamos a trabajar?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concreto. Uno: te pedimos los accesos a tu web actual o al dominio. Si no sabes cómo, lo resolvemos juntos en la llamada, no es tu problema. Dos: rediseñamos la web. Tres: te la enviamos para que la apruebes; si algo no te cierra, ajustamos hasta que digas 'sí'. Cuatro: publicamos la web y lanzamos las 3 campañas de ads. Cinco, y aquí viene la parte importante: a partir del lanzamiento te damos una ventana de 3 días. Si en esos 3 días empiezas a ver prospectos entrando a tu WhatsApp, ese es el momento de pagar los USD 200 restantes. Quiero aclarar una cosa: ese pago no depende de que hayas cerrado un cliente — cerrar lleva más tiempo y depende de ti. Solo depende de que el flujo esté entrando. Si no entra, no hay segundo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para cerrar: qué tienes que hacer ahora?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pasos. Abajo de este video te dejamos el link a un calendario. Eliges el horario que mejor te quede para una llamada de 30 minutos. En esa llamada hacemos tres cosas: resolvemos las dudas que te hayan quedado, coordinamos el pago de los USD 100 en vivo — ven con un método de pago listo, tarjeta o transferencia — y ahí queda sellado el arranque. Dentro de las 24 a 48 horas siguientes te contactamos, te sumamos al proyecto interno y te pedimos los datos que necesitamos para empezar a trabajar sobre tu 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esto te cierra, el link está abajo. Te esperamos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goiriz/private/repos/contadores/presentation/loom-video-vender-a-contadores/.pptx-build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 — Vender a contadores</dc:title>
  <dc:subject>PptxGenJS Presentation</dc:subject>
  <dc:creator>Konecta Labs</dc:creator>
  <cp:lastModifiedBy>Konecta Labs</cp:lastModifiedBy>
  <cp:revision>1</cp:revision>
  <dcterms:created xsi:type="dcterms:W3CDTF">2026-04-20T16:38:56Z</dcterms:created>
  <dcterms:modified xsi:type="dcterms:W3CDTF">2026-04-20T16:38:56Z</dcterms:modified>
</cp:coreProperties>
</file>
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se va a ver tu WhatsApp: gente que quiere comprar, pedir presupuesto o contratarte, entrando directo a tu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¿Cómo lo hacemos?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 armamos una página web profesional para tu negocio, optimizada para Google. Cuando alguien busca lo que vendés en tu ciudad, te encuentra a 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tres campañas publicitarias en Facebook e Instagram. Cada campaña ataca una intención distinta: precio, urgencia y confianza. Todo empuja al mismo lugar: tu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¿Cuánto vale? Solamente lo que ves en pantalla. Un único pago. Ni un dólar más. Y por eso recibís página, campañas y el flujo para que las consultas entren ordenadas.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si te encantaron los resultados y estás con muchos clientes, después te ofrecemos un mensual opcional para seguir trabajando nuevas campañas y automatizaciones.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idea es simple: primero ves que funciona para tu negocio. Recién después, si querés, seguimos trayendo esos clientes mes a 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arrancar, agendá una reunión con nosotros acá abajo. Te espero adentro.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media/presentations/loom-video-vender-a-negocios/.pptx-build-60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media/presentations/loom-video-vender-a-negocios/.pptx-build-60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media/presentations/loom-video-vender-a-negocios/.pptx-build-60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media/presentations/loom-video-vender-a-negocios/.pptx-build-60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media/presentations/loom-video-vender-a-negocios/.pptx-build-60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media/presentations/loom-video-vender-a-negocios/.pptx-build-60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media/presentations/loom-video-vender-a-negocios/.pptx-build-60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media/presentations/loom-video-vender-a-negocios/.pptx-build-60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Loom 60s — Vender a negocios</dc:title>
  <dc:subject>PptxGenJS Presentation</dc:subject>
  <dc:creator>Konecta Labs</dc:creator>
  <cp:lastModifiedBy>Konecta Labs</cp:lastModifiedBy>
  <cp:revision>1</cp:revision>
  <dcterms:created xsi:type="dcterms:W3CDTF">2026-05-01T15:16:48Z</dcterms:created>
  <dcterms:modified xsi:type="dcterms:W3CDTF">2026-05-01T15:16:48Z</dcterms:modified>
</cp:coreProperties>
</file>